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3" r:id="rId8"/>
    <p:sldId id="267" r:id="rId9"/>
    <p:sldId id="261" r:id="rId10"/>
    <p:sldId id="264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kyfare-predictor.app/" TargetMode="External"/><Relationship Id="rId2" Type="http://schemas.openxmlformats.org/officeDocument/2006/relationships/hyperlink" Target="https://github.com/PrathamSonpal/SkyFare-Predictor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kyfare-predictor.streamlit.app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kyfare-predictor.app/" TargetMode="External"/><Relationship Id="rId2" Type="http://schemas.openxmlformats.org/officeDocument/2006/relationships/hyperlink" Target="https://github.com/PrathamSonpal/SkyFare-Predictor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843C44-FC1B-1421-891F-74B5E2374CD8}"/>
              </a:ext>
            </a:extLst>
          </p:cNvPr>
          <p:cNvSpPr/>
          <p:nvPr/>
        </p:nvSpPr>
        <p:spPr>
          <a:xfrm>
            <a:off x="1224117" y="6153567"/>
            <a:ext cx="6695767" cy="80180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00808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✈️ SkyFare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3252" y="2971800"/>
            <a:ext cx="4732899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800">
                <a:solidFill>
                  <a:srgbClr val="DCDCDC"/>
                </a:solidFill>
              </a:defRPr>
            </a:pPr>
            <a:r>
              <a:rPr dirty="0"/>
              <a:t>Airline Ticket Price Prediction</a:t>
            </a:r>
            <a:endParaRPr lang="en-IN" dirty="0"/>
          </a:p>
          <a:p>
            <a:pPr algn="ctr">
              <a:defRPr sz="2800">
                <a:solidFill>
                  <a:srgbClr val="DCDCDC"/>
                </a:solidFill>
              </a:defRPr>
            </a:pPr>
            <a:r>
              <a:rPr lang="en-IN" dirty="0"/>
              <a:t>using Machine Learning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291349" y="5583771"/>
            <a:ext cx="25613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rPr lang="en-IN" sz="2400" dirty="0">
                <a:solidFill>
                  <a:schemeClr val="bg1"/>
                </a:solidFill>
              </a:rPr>
              <a:t>B</a:t>
            </a:r>
            <a:r>
              <a:rPr sz="2400" dirty="0">
                <a:solidFill>
                  <a:schemeClr val="bg1"/>
                </a:solidFill>
              </a:rPr>
              <a:t>y Pratham </a:t>
            </a:r>
            <a:r>
              <a:rPr sz="2400" dirty="0" err="1">
                <a:solidFill>
                  <a:schemeClr val="bg1"/>
                </a:solidFill>
              </a:rPr>
              <a:t>Sonpal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D99409-0B85-CB48-919B-8D1CD85E7923}"/>
              </a:ext>
            </a:extLst>
          </p:cNvPr>
          <p:cNvSpPr txBox="1"/>
          <p:nvPr/>
        </p:nvSpPr>
        <p:spPr>
          <a:xfrm>
            <a:off x="1224117" y="6153567"/>
            <a:ext cx="6695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Github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  <a:hlinkClick r:id="rId2"/>
              </a:rPr>
              <a:t>https://github.com/PrathamSonpal/SkyFare-Predictor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Streamlit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  <a:hlinkClick r:id="rId3"/>
              </a:rPr>
              <a:t>https://skyfare-predictor.app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SkyFare Predictor: An intelligent ML web application.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Goal: Solve the volatility of airline ticket pricing.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Input: User provides Airline, Source, Stops, etc.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Output: Instant fare estimation (₹) using Random Forest.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Status: Deployed Live on Streamlit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t>2. Data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Dataset: Cleaned flight data (CSV).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Feature Engineering Pipeline: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'Duration': Converted 2h 30m ➝ 150 mins.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'Days Left': Key indicator for dynamic pricing.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'Dep/Arr Time': Split into Hour/Minute columns.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Encoding: One-Hot for Cities, Label for Stops.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AAF29-79C4-91ED-E877-4E199561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7A0577-A73E-CBAB-17B5-00079EC5628E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E203A4-59D2-61A6-EE0B-44EF21E0D89C}"/>
              </a:ext>
            </a:extLst>
          </p:cNvPr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5BC28-9264-BEEA-CF9C-5C38B3B9C663}"/>
              </a:ext>
            </a:extLst>
          </p:cNvPr>
          <p:cNvSpPr txBox="1"/>
          <p:nvPr/>
        </p:nvSpPr>
        <p:spPr>
          <a:xfrm>
            <a:off x="548640" y="182880"/>
            <a:ext cx="56252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dirty="0"/>
              <a:t>3. </a:t>
            </a:r>
            <a:r>
              <a:rPr lang="en-US" sz="3600" b="1" dirty="0"/>
              <a:t>Key Data Insights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016D3-738E-58FF-AFB5-F861FC5A74FA}"/>
              </a:ext>
            </a:extLst>
          </p:cNvPr>
          <p:cNvSpPr txBox="1"/>
          <p:nvPr/>
        </p:nvSpPr>
        <p:spPr>
          <a:xfrm>
            <a:off x="548639" y="1332975"/>
            <a:ext cx="80627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Price vs. Days Left: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inverse relationship. Tickets booked 1–2 days before departure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30-40% higher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those booked 15+ days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Airline Variation: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Premium airlines (e.g., Vistara Business) show significantly higher median variance compared to budget carriers (e.g., AirAsia, Indigo).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Duration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Contrary to intuition, flights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stop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often cheaper than non-stop flights on long routes due to lower convenience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 of Day: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Early morning departures (6 AM – 9 AM) command a premium due to high business travel demand.</a:t>
            </a:r>
          </a:p>
        </p:txBody>
      </p:sp>
    </p:spTree>
    <p:extLst>
      <p:ext uri="{BB962C8B-B14F-4D97-AF65-F5344CB8AC3E}">
        <p14:creationId xmlns:p14="http://schemas.microsoft.com/office/powerpoint/2010/main" val="22270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71032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dirty="0"/>
              <a:t>4</a:t>
            </a:r>
            <a:r>
              <a:rPr dirty="0"/>
              <a:t>.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Algorithm: Random Forest Regressor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Why Random Forest?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Captures non-linear price jumps.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Handles complex interactions (e.g., Airline + Stops).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Configuration: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Estimators: 50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Max Depth: 12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t>  • Accuracy (R²): 92.14%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61975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dirty="0"/>
              <a:t>5</a:t>
            </a:r>
            <a:r>
              <a:rPr dirty="0"/>
              <a:t>. Performance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2860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MAE (Error)</a:t>
                      </a:r>
                    </a:p>
                  </a:txBody>
                  <a:tcPr>
                    <a:solidFill>
                      <a:srgbClr val="0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t>92.14%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t>₹3414.72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00000"/>
                          </a:solidFill>
                        </a:defRPr>
                      </a:pPr>
                      <a:r>
                        <a:t>6366.13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90F0-0EC9-5536-700D-4C86F190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9C5A2E-D6AC-06AB-8308-AE6A295CEFBD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A9C71-4564-5720-23F2-FCE036021773}"/>
              </a:ext>
            </a:extLst>
          </p:cNvPr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04E5A-45C4-CFD6-0352-DD8D41378370}"/>
              </a:ext>
            </a:extLst>
          </p:cNvPr>
          <p:cNvSpPr txBox="1"/>
          <p:nvPr/>
        </p:nvSpPr>
        <p:spPr>
          <a:xfrm>
            <a:off x="548640" y="182880"/>
            <a:ext cx="77748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dirty="0"/>
              <a:t>6</a:t>
            </a:r>
            <a:r>
              <a:rPr dirty="0"/>
              <a:t>. </a:t>
            </a:r>
            <a:r>
              <a:rPr lang="en-IN" sz="3600" b="1" dirty="0"/>
              <a:t>Challenges &amp; Future Scope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A9155-B092-7C89-489D-2DBF1E43C0E3}"/>
              </a:ext>
            </a:extLst>
          </p:cNvPr>
          <p:cNvSpPr txBox="1"/>
          <p:nvPr/>
        </p:nvSpPr>
        <p:spPr>
          <a:xfrm>
            <a:off x="555522" y="1411069"/>
            <a:ext cx="83987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Challenges Faced: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Cleaning: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Handling inconsistent duration formats (e.g., "1h 5m" vs "15m") was complex and required custom parsing logic.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Extreme price outliers in Business Class skewed early model training; handled via Robust Scaling.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Future Scope: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Live Data Integration: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Moving from a static CSV to a real-time Flight API for up-to-the-minute predictions.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Experimenting with Neural Networks (e.g., LSTMs) to capture sequential time-series patterns.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Expansion: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Scaling the model to include international routes and multi-city layovers.</a:t>
            </a:r>
          </a:p>
        </p:txBody>
      </p:sp>
    </p:spTree>
    <p:extLst>
      <p:ext uri="{BB962C8B-B14F-4D97-AF65-F5344CB8AC3E}">
        <p14:creationId xmlns:p14="http://schemas.microsoft.com/office/powerpoint/2010/main" val="4266552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F1E53-D55F-E055-D947-AFE38AC1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70943-F820-55FB-29EB-1618056621DE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C74C5-5EF8-926B-F7B2-1EAF38AB22FB}"/>
              </a:ext>
            </a:extLst>
          </p:cNvPr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19989-17B6-7457-67CB-EDF482EAF050}"/>
              </a:ext>
            </a:extLst>
          </p:cNvPr>
          <p:cNvSpPr txBox="1"/>
          <p:nvPr/>
        </p:nvSpPr>
        <p:spPr>
          <a:xfrm>
            <a:off x="548640" y="182880"/>
            <a:ext cx="630974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dirty="0"/>
              <a:t>7</a:t>
            </a:r>
            <a:r>
              <a:rPr dirty="0"/>
              <a:t>. Application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A38F3-F8C4-67C2-5CA1-FB874280E7AD}"/>
              </a:ext>
            </a:extLst>
          </p:cNvPr>
          <p:cNvSpPr txBox="1"/>
          <p:nvPr/>
        </p:nvSpPr>
        <p:spPr>
          <a:xfrm>
            <a:off x="914400" y="1325880"/>
            <a:ext cx="5801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/>
              <a:t>Live App Link: </a:t>
            </a:r>
            <a:r>
              <a:rPr sz="2000" dirty="0">
                <a:hlinkClick r:id="rId2"/>
              </a:rPr>
              <a:t>https://skyfare-predictor.streamlit.app</a:t>
            </a:r>
            <a:r>
              <a:rPr lang="en-IN" sz="2000" dirty="0"/>
              <a:t> </a:t>
            </a:r>
            <a:endParaRPr sz="200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1FD76C-03D4-778F-7E7C-BCD0D446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09" y="2057400"/>
            <a:ext cx="8315141" cy="424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1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82878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13F273-D38F-1D6B-0B44-F53B8CD0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49566"/>
            <a:ext cx="7072161" cy="57588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B966E-EC6A-690B-8D99-F40E3795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C9D2AD-BF3E-392F-715F-B5AF50D75805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E170FD-020D-D2E2-4E18-81E9A94777D3}"/>
              </a:ext>
            </a:extLst>
          </p:cNvPr>
          <p:cNvSpPr/>
          <p:nvPr/>
        </p:nvSpPr>
        <p:spPr>
          <a:xfrm>
            <a:off x="365760" y="182878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 shot of a ticket price&#10;&#10;AI-generated content may be incorrect.">
            <a:extLst>
              <a:ext uri="{FF2B5EF4-FFF2-40B4-BE49-F238E27FC236}">
                <a16:creationId xmlns:a16="http://schemas.microsoft.com/office/drawing/2014/main" id="{7B132E24-D645-8521-DC37-B10A60A25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94" y="1277155"/>
            <a:ext cx="8299972" cy="430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44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36503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dirty="0"/>
              <a:t>8</a:t>
            </a:r>
            <a:r>
              <a:rPr dirty="0"/>
              <a:t>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709786" cy="46782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Summary: Successfully built an end-to-end pricing engine.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Impact: Helps users find the best time to fly.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Deliverables: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Source Code (GitHub)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Research Report (PDF)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Live Web App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1400">
                <a:solidFill>
                  <a:srgbClr val="969696"/>
                </a:solidFill>
              </a:defRPr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defRPr sz="1400">
                <a:solidFill>
                  <a:srgbClr val="969696"/>
                </a:solidFill>
              </a:defRPr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Github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  <a:hlinkClick r:id="rId2"/>
              </a:rPr>
              <a:t>https://github.com/PrathamSonpal/SkyFare-Predictor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>
              <a:defRPr sz="1400">
                <a:solidFill>
                  <a:srgbClr val="969696"/>
                </a:solidFill>
              </a:defRPr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Streamlit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  <a:hlinkClick r:id="rId3"/>
              </a:rPr>
              <a:t>https://skyfare-predictor.app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AC007-BF7C-692B-0B75-DA556F53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00C8D-78DE-B019-DC6E-20DCD1223A1C}"/>
              </a:ext>
            </a:extLst>
          </p:cNvPr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2F12E-F68D-8820-9CD1-C3F5861CFA2D}"/>
              </a:ext>
            </a:extLst>
          </p:cNvPr>
          <p:cNvSpPr/>
          <p:nvPr/>
        </p:nvSpPr>
        <p:spPr>
          <a:xfrm>
            <a:off x="365760" y="310699"/>
            <a:ext cx="8778240" cy="45720"/>
          </a:xfrm>
          <a:prstGeom prst="rect">
            <a:avLst/>
          </a:prstGeom>
          <a:solidFill>
            <a:srgbClr val="3C3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E8165-03F2-F57F-B2B4-584F528C27C5}"/>
              </a:ext>
            </a:extLst>
          </p:cNvPr>
          <p:cNvSpPr txBox="1"/>
          <p:nvPr/>
        </p:nvSpPr>
        <p:spPr>
          <a:xfrm>
            <a:off x="640080" y="2921168"/>
            <a:ext cx="474360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82828"/>
                </a:solidFill>
                <a:latin typeface="Verdana"/>
              </a:defRPr>
            </a:pPr>
            <a:r>
              <a:rPr lang="en-IN" sz="6000" dirty="0"/>
              <a:t>Thank You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9140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537</Words>
  <Application>Microsoft Office PowerPoint</Application>
  <PresentationFormat>On-screen Show (4:3)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prathamsonpalfreelance@gmail.com</cp:lastModifiedBy>
  <cp:revision>4</cp:revision>
  <dcterms:created xsi:type="dcterms:W3CDTF">2013-01-27T09:14:16Z</dcterms:created>
  <dcterms:modified xsi:type="dcterms:W3CDTF">2025-11-30T09:16:27Z</dcterms:modified>
  <cp:category/>
</cp:coreProperties>
</file>